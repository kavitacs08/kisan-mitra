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2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leader name: Kavita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Gemini-driven orchestration — the model itself decides which of these tools to call, via real function-calling, not a hardcoded decision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>
            <a:spLocks/>
          </p:cNvSpPr>
          <p:nvPr/>
        </p:nvSpPr>
        <p:spPr>
          <a:xfrm>
            <a:off x="201168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lang="en-US" sz="1000" b="1">
                <a:solidFill>
                  <a:srgbClr val="212121"/>
                </a:solidFill>
                <a:latin typeface="Google Sans Flex SemiBold"/>
              </a:rPr>
              <a:t>FARMER INPUT</a:t>
            </a:r>
          </a:p>
          <a:p>
            <a:pPr algn="ctr">
              <a:lnSpc>
                <a:spcPct val="100000"/>
              </a:lnSpc>
            </a:pPr>
            <a:r>
              <a:rPr lang="en-US" sz="800" b="0">
                <a:solidFill>
                  <a:srgbClr val="595959"/>
                </a:solidFill>
                <a:latin typeface="Google Sans Flex"/>
              </a:rPr>
              <a:t>Symptom text or speech (Kannada/English) + optional photo, in-browser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54295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CONTEXT CHECKS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Weather (Open-Meteo), outbreak radius, plot-memory history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34840" y="1719072"/>
            <a:ext cx="274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" y="1865376"/>
            <a:ext cx="8741663" cy="420624"/>
          </a:xfrm>
          <a:prstGeom prst="roundRect">
            <a:avLst/>
          </a:prstGeom>
          <a:solidFill>
            <a:srgbClr val="E1F5FE"/>
          </a:solidFill>
          <a:ln w="1270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 (TF-IDF over 18 bilingual disease docs) → structured diagnosis JSON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2286000"/>
            <a:ext cx="274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2432304"/>
            <a:ext cx="8741663" cy="42062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2 — ORCHESTRATION (real function-calling)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Decides WHICH tools to invoke from diagnosis + outbreak + near-harvest — not a hardcoded if/else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34840" y="2852928"/>
            <a:ext cx="274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DEALER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Nearest in-stock dealer + price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14016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SELL-PRICE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Best nearby mandi price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626864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INSURANCE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Fileable claim packet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839712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GROUP-BUY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Bulk-discount alert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34840" y="3474720"/>
            <a:ext cx="274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" y="3621024"/>
            <a:ext cx="8741663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RESPONSE ASSEMBLY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Kannada advisory spoken via Web Speech API; diagnosis, dealer, outbreak, insurance, group-buy cards rendered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" y="4169664"/>
            <a:ext cx="8741663" cy="420624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Separately — district dashboard: a pre-aggregated, anonymized village-level snapshot loads independently, built at deploy time. Raw farmer data never reaches the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1168" y="1364462"/>
            <a:ext cx="640080" cy="21544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lang="en-IN" sz="800" b="1">
                <a:solidFill>
                  <a:srgbClr val="595959"/>
                </a:solidFill>
                <a:latin typeface="Google Sans Flex SemiBold"/>
              </a:rPr>
              <a:t>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1280160"/>
            <a:ext cx="8028431" cy="384048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FIREBASE HOSTING — FREE SPARK PLAN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Static site only. $0 billing, no credit card anywhere in the stack.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91455" y="1773936"/>
            <a:ext cx="274320" cy="1280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1168" y="1901952"/>
            <a:ext cx="640080" cy="4572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BROWSER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14400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CAMERA / MIC INPUT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Photo + Kannada speech, Web Speech API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62711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UI RENDER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Diagnosis, dealer, outbreak, insurance, group-buy cards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3983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VOICE OUTPUT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SpeechSynthesis, kn-IN voice feature-detect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91455" y="2450592"/>
            <a:ext cx="274320" cy="1280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2578608"/>
            <a:ext cx="640080" cy="51206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GEMINI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1440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RAG-grounded structured JSON output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8348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2 — ORCHESTRATION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Real function-calling picks which tools fire; retries, then deterministic fallback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91455" y="3182112"/>
            <a:ext cx="274320" cy="1280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1168" y="3310128"/>
            <a:ext cx="640080" cy="53035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DATA &amp; APIs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RAG INDEX (JS)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TF-IDF + cosine, 18 bilingual disease docs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94894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STATIC JSON/CSV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Dealers, mandi prices, diagnosis history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8348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DASHBOARD SNAPSHOT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Pre-aggregated at deploy time — raw farmer data never ships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1802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OPEN-METEO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Keyless, CORS-enabled weather API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01168" y="3986784"/>
            <a:ext cx="8741664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64008" bIns="18288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No backend server anywhere in this stack — every call above runs directly from the farmer's browser to a public API or a static 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 API (gemini-3.8-flash) — called directly from the browser for two things: multimodal diagnosis, and a second call using real function-calling to decide which tools to invoke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Firebase Hosting — free Spark plan, zero billing, serves the entire static site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Vanilla JavaScript (ES modules) — no framework, no bundler, no agentic framework (no LangChain/CrewAI/Vertex Agent Builder) — direct fetch() calls to the Gemini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Hand-rolled TF-IDF + cosine similarity (JS) — RAG retrieval over the disease guides, no vector database or external search service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Open-Meteo — free, keyless weather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Web Speech API (browser-native) — speech recognition for Kannada voice input, SpeechSynthesis for voice output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Static JSON/CSV data files — dealer directory, mandi prices, diagnosis history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Python (data generation, build-time dashboard aggregation), Playwright (verification)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Current deployed cost: $0 — no billing account, no credit card, anywhere in the stack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Hosting: free Spark plan, no usage cap reached at this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API: free tier via Google AI Studio — 20 requests/day per project for gemini-3.8-flash; each diagnosis now uses 2 calls (diagnosis + orchestration), so roughly 10 full diagnoses/day before the app gracefully falls back to deterministic logic for the rest of the day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Open-Meteo, Web Speech API: free, no quota observed in testing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Scaling beyond the free tier: upgrading to a paid Gemini tier is the only cost that would be needed to raise the daily diagnosis cap — no other paid service is required even at higher usage, since there is no backend, database, or search service to 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Measured live in the browser against the deployed static site (5 calls per operation):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RAG retrieval (TF-IDF index build, cold) — ~92ms once per session; warm lookups &lt;1ms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/ sell-price lookup — ~0.1–2.5ms (in-memory JSON lookups)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Outbreak check (geo-radius over 300 diagnosis records) — ~3.6ms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snapshot load — ~17ms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 (live Open-Meteo call) — ~660ms avg (external network call)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Full diagnosis pipeline (2 Gemini calls: diagnosis + orchestration) — several seconds under normal quota; up to ~20s worst case if quota is exhausted and both calls exhaust retries before falling back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Verified end-to-end with Playwright against the live deployed URL, with zero local servers running — confirms zero hidden dependency on anything other than the public Gemini and Open-Meteo APIs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948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Next step — upgrade to managed Google Cloud services once billing is available: Gemini moved behind a Cloud Run/Cloud Functions proxy (closes the current public-key exposure and removes the 20-req/day free-tier ceiling), Firestore replacing the static dealer/price/history JSON so the district dashboard becomes genuinely live instead of a deploy-time snapshot, Vertex AI Search replacing the hand-rolled TF-IDF retrieval, and Cloud Translation/Text-to-Speech replacing the template-based Kannada advisory. Every substitute today sits behind one isolated call site per module, so each swap is incremental, not a rewrite.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the retrieval layer, not rewriting the diagnosis logic — the architecture is crop-agnostic by design even though this build is scoped to tomato in Karnataka for the demo.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application to reduce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948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Next step — upgrade to managed Google Cloud services once billing is available: Gemini moved behind a Cloud Run/Cloud Functions proxy (closes the current public-key exposure and removes the 20-req/day free-tier ceiling), Firestore replacing the static dealer/price/history JSON so the district dashboard becomes genuinely live instead of a deploy-time snapshot, Vertex AI Search replacing the hand-rolled TF-IDF retrieval, and Cloud Translation/Text-to-Speech replacing the template-based Kannada advisory. Every substitute today sits behind one isolated call site per module, so each swap is incremental, not a rewrite.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the retrieval layer, not rewriting the diagnosis logic — the architecture is crop-agnostic by design even though this build is scoped to tomato in Karnataka for the demo.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lang="en-US" sz="13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application to reduce chemical runoff, and earlier detection to reduce crop loss — moving this beyond social impact into genuine sustainability.</a:t>
            </a:r>
          </a:p>
        </p:txBody>
      </p:sp>
    </p:spTree>
    <p:extLst>
      <p:ext uri="{BB962C8B-B14F-4D97-AF65-F5344CB8AC3E}">
        <p14:creationId xmlns:p14="http://schemas.microsoft.com/office/powerpoint/2010/main" val="773534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GitHub Public Repository: https://github.com/Kavitacs08/kisan-mitra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Demo Video Link (3 Minutes): [add link before submission]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Final Product Link: https://kisan-mitra-2026-56c5d.web.app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1839</Words>
  <Application>Microsoft Office PowerPoint</Application>
  <PresentationFormat>On-screen Show (16:9)</PresentationFormat>
  <Paragraphs>117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</vt:lpstr>
      <vt:lpstr>Arial</vt:lpstr>
      <vt:lpstr>Google Sans Flex SemiBold</vt:lpstr>
      <vt:lpstr>Google Sans Flex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Kavita Chegaraddi</cp:lastModifiedBy>
  <cp:revision>1</cp:revision>
  <dcterms:modified xsi:type="dcterms:W3CDTF">2026-10-18T13:53:05Z</dcterms:modified>
</cp:coreProperties>
</file>