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Google Sans Flex" panose="020B0604020202020204" charset="0"/>
      <p:regular r:id="rId19"/>
      <p:bold r:id="rId20"/>
    </p:embeddedFont>
    <p:embeddedFont>
      <p:font typeface="Google Sans Flex Medium" panose="020B0604020202020204" charset="0"/>
      <p:regular r:id="rId21"/>
      <p:bold r:id="rId22"/>
    </p:embeddedFont>
    <p:embeddedFont>
      <p:font typeface="Google Sans Flex SemiBold" panose="020B0604020202020204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vita Chegaraddi" userId="8bc71a5b-04ae-474b-b96d-34e8604ec88e" providerId="ADAL" clId="{FDA6B157-9BED-4559-94E2-8BAA97729F14}"/>
    <pc:docChg chg="modSld">
      <pc:chgData name="Kavita Chegaraddi" userId="8bc71a5b-04ae-474b-b96d-34e8604ec88e" providerId="ADAL" clId="{FDA6B157-9BED-4559-94E2-8BAA97729F14}" dt="2026-10-18T11:31:59.583" v="1" actId="20577"/>
      <pc:docMkLst>
        <pc:docMk/>
      </pc:docMkLst>
      <pc:sldChg chg="modSp mod">
        <pc:chgData name="Kavita Chegaraddi" userId="8bc71a5b-04ae-474b-b96d-34e8604ec88e" providerId="ADAL" clId="{FDA6B157-9BED-4559-94E2-8BAA97729F14}" dt="2026-10-18T11:31:59.583" v="1" actId="20577"/>
        <pc:sldMkLst>
          <pc:docMk/>
          <pc:sldMk cId="0" sldId="256"/>
        </pc:sldMkLst>
        <pc:spChg chg="mod">
          <ac:chgData name="Kavita Chegaraddi" userId="8bc71a5b-04ae-474b-b96d-34e8604ec88e" providerId="ADAL" clId="{FDA6B157-9BED-4559-94E2-8BAA97729F14}" dt="2026-10-18T11:31:59.583" v="1" actId="20577"/>
          <ac:spMkLst>
            <pc:docMk/>
            <pc:sldMk cId="0" sldId="256"/>
            <ac:spMk id="5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dirty="0">
                <a:solidFill>
                  <a:srgbClr val="212121"/>
                </a:solidFill>
                <a:latin typeface="Google Sans Flex SemiBold"/>
              </a:rPr>
              <a:t>Team Details</a:t>
            </a:r>
            <a:endParaRPr sz="2100" dirty="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212121"/>
                </a:solidFill>
                <a:latin typeface="Google Sans Flex"/>
              </a:rPr>
              <a:t>Team name: Kisan Mitra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212121"/>
                </a:solidFill>
                <a:latin typeface="Google Sans Flex"/>
              </a:rPr>
              <a:t>Team leader name: Kavita</a:t>
            </a:r>
            <a:r>
              <a:rPr lang="en-IN" sz="1400">
                <a:solidFill>
                  <a:srgbClr val="212121"/>
                </a:solidFill>
                <a:latin typeface="Google Sans Flex"/>
              </a:rPr>
              <a:t> S</a:t>
            </a:r>
            <a:r>
              <a:rPr sz="1400">
                <a:solidFill>
                  <a:srgbClr val="212121"/>
                </a:solidFill>
                <a:latin typeface="Google Sans Flex"/>
              </a:rPr>
              <a:t> Chegaraddi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212121"/>
                </a:solidFill>
                <a:latin typeface="Google Sans Flex"/>
              </a:rPr>
              <a:t>Problem Statement: Sustainability &amp; Social Impact — Smallholder Crop Advisory Agent for tomato farmers in the Kolar belt, Karnataka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A smallholder tomato farmer in the Kolar belt, Karnataka spots a diseased leaf with no agronomist to call and unreliable connectivity to search with.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Existing diagnosis apps (Plantix, PlantVillage) identify the disease but stop there — they don't say where to buy the treatment nearby, what it costs, or whether a nearby outbreak means the farmer should check sooner.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Kisan Mitra turns a photo and a spoken description into a cited diagnosis, a spoken Kannada advisory, the nearest in-stock dealer with today's price, a proactive outbreak alert, a crop-loss insurance evidence packet, a group-buy discount alert, and an anonymized district dashboard for extension officers.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Target users: smallholder tomato farmers in the Kolar tomato belt, Karnataka — typically 0.5–4 acre plots, variable literacy, intermittent connectivity, no dedicated access to an agronomist. Primary language: Kannada.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different is it: Plantix diagnoses, AgroStar connects to dealers, PlantVillage pairs AI with weather — none combine diagnosis, voice, and market linkage in one flow, and none reason across farmers or across time on the same plot.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it solves the problem: the outbreak alert reaches a farmer before their own crop shows damage; the insurance claim assistant turns a diagnosis into a fileable claim; the group-buy alert turns an early warning into a coordinated bulk discount; the district dashboard turns farmer-level data into a resourcing signal for an extension officer or NGO.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USP: moves the system from advice to economic action and policy support — no existing tool in this space does all four.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Cited disease diagnosis from a photo + spoken description — not a black-box guess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Spoken advisory in Kannada, weather-aware (holds off spraying before forecast rain)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Nearest in-stock dealer lookup with today's price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Proactive outbreak early-warning — alerts nearby farmers before their own crop shows symptoms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Plot-level memory — flags recurring disease as a root-cause issue (e.g. drainage), not just a repeat treatment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Sell-side market linkage — best nearby mandi price when a healthy crop is near harvest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Crop-loss insurance claim assistant — auto-generates a fileable evidence packet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Group-buy / collective bargaining alert — coordinates nearby farmers for a bulk discount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— anonymized, village-level view for an extension officer or NGO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65176" y="1371600"/>
            <a:ext cx="8595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Farmer speaks/types symptom + uploads photo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→ Gemini multimodal diagnosis grounded via Vertex AI Search (RAG) over the regional disease guide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→ Weather tool call (Open-Meteo) checked before recommending a spray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→ Branch: diseased → dealer lookup + outbreak check + insurance claim check + group-buy check  |  healthy + near harvest → sell-price lookup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→ Advisory translated to Kannada, converted to speech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→ Response rendered: diagnosis, dealer card, outbreak banner, insurance packet, group-buy card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→ Separately: district dashboard aggregates all diagnosis history, anonymized to village level, for an extension officer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01_initial_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2080" y="1234440"/>
            <a:ext cx="1950720" cy="3657600"/>
          </a:xfrm>
          <a:prstGeom prst="rect">
            <a:avLst/>
          </a:prstGeom>
        </p:spPr>
      </p:pic>
      <p:pic>
        <p:nvPicPr>
          <p:cNvPr id="105" name="Picture 104" descr="02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7296" y="1234440"/>
            <a:ext cx="175564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Farmer (photo + voice) → Firebase Hosting (frontend) → Cloud Run (FastAPI backend)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Gemini multimodal diagnosis, grounded via Vertex AI Search over the regional disease guide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Cloud Translation + Cloud Text-to-Speech for the Kannada voice advisory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Firestore holds the dealer directory, mandi prices, and diagnosis history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Diagnosis history feeds three agentic reasoning steps: a geo-radius outbreak query, a per-plot history query for recurring issues, and a district-wide aggregation for the extension-officer dashboard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An outbreak signal additionally triggers a bulk-pricing check against the dealer directory for the group-buy alert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Gemini (Vertex AI) — multimodal diagnosis, function calling, synthesis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Vertex AI Search — RAG grounding over the regional disease guide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Cloud Run — FastAPI backend hosting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Firebase Hosting — frontend hosting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Firestore — dealer directory, mandi prices, diagnosis history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Cloud Translation API + Cloud Text-to-Speech — Kannada voice advisory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Open-Meteo — live weather context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Python (FastAPI, pydantic), scikit-learn (RAG retrieval), Playwright (verification)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Gemini API (Vertex AI): pay-per-call, multimodal + text — estimated low cost at pilot scale (a few thousand diagnoses/month)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Vertex AI Search: billed per query + storage — a single regional disease guide (9 documents) is a negligible index size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Cloud Run + Firebase Hosting: both have a generous free tier; this workload stays within it at pilot scale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Cloud Translation + Text-to-Speech: billed per character — Kannada advisory text is short (1–2 sentences per diagnosis)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Firestore: free tier covers a pilot-scale dealer directory and diagnosis history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Google Cloud's $300 new-account credit comfortably covers hackathon build and pilot testing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3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190" y="1234440"/>
            <a:ext cx="1350498" cy="3657600"/>
          </a:xfrm>
          <a:prstGeom prst="rect">
            <a:avLst/>
          </a:prstGeom>
        </p:spPr>
      </p:pic>
      <p:pic>
        <p:nvPicPr>
          <p:cNvPr id="137" name="Picture 136" descr="04_district_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239" y="1234440"/>
            <a:ext cx="30886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Measured live against the running FastAPI backend (5 requests per endpoint, mock mode):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GET /health — avg 5ms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GET /dealer-lookup — avg 9ms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GET /outbreak-check — avg 30ms (geo-radius query over 300 diagnosis records)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GET /district-dashboard — avg 24ms (full district aggregation, anonymized to village level)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POST /diagnose (full pipeline incl. live Open-Meteo weather call) — avg 924ms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Verified end-to-end with Playwright against the live browser UI — zero console errors across the main app and the district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Offline-first fallback (planned): a distilled on-device TensorFlow Lite classifier for the 8–10 most common regional diseases, so core diagnosis keeps working when connectivity drops entirely. Training script already written, pending a real multi-hour training run on the full PlantVillage dataset.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Expansion path: adding a new crop or region means indexing a new disease guide into Vertex AI Search, not rewriting the diagnosis logic — the architecture is crop-agnostic by design even though this build is scoped to tomato in Karnataka for the demo.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Resource &amp; environmental impact: targeted treatment instead of blanket spraying, weather-timed application to reduce chemical runoff, and earlier detection to reduce crop loss — moving this beyond social impact into genuine sustainability.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SemiBold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GitHub Public Repository: [add link before submission]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Demo Video Link (3 Minutes): [add link before submission]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Final Product Link: [add link before submission]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1249</Words>
  <Application>Microsoft Office PowerPoint</Application>
  <PresentationFormat>On-screen Show (16:9)</PresentationFormat>
  <Paragraphs>73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Google Sans Flex Medium</vt:lpstr>
      <vt:lpstr>Google Sans Flex</vt:lpstr>
      <vt:lpstr>Arial</vt:lpstr>
      <vt:lpstr>Google Sans Flex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Kavita Chegaraddi</cp:lastModifiedBy>
  <cp:revision>1</cp:revision>
  <dcterms:modified xsi:type="dcterms:W3CDTF">2026-10-18T11:32:03Z</dcterms:modified>
</cp:coreProperties>
</file>