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>
                <a:solidFill>
                  <a:srgbClr val="212121"/>
                </a:solidFill>
                <a:latin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name: Kisan Mitra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leader name: Kavita S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Team member name: Sangeetha Chegaraddi</a:t>
            </a:r>
          </a:p>
          <a:p>
            <a:pPr>
              <a:lnSpc>
                <a:spcPct val="115000"/>
              </a:lnSpc>
            </a:pPr>
            <a:r>
              <a:rPr sz="1400">
                <a:solidFill>
                  <a:srgbClr val="212121"/>
                </a:solidFill>
                <a:latin typeface="Google Sans Flex"/>
              </a:rPr>
              <a:t>Problem Statement: Sustainability &amp; Social Impact — Smallholder Crop Advisory Agent for tomato farmers in the Kolar belt, Karnataka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A smallholder tomato farmer in the Kolar belt, Karnataka spots a diseased leaf with no agronomist to call and unreliable connectivity to search with.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Existing diagnosis apps (Plantix, PlantVillage) identify the disease but stop there — they don't say where to buy the treatment nearby, what it costs, or whether a nearby outbreak means the farmer should check sooner.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Kisan Mitra turns a photo and a spoken description into a cited diagnosis, a spoken Kannada advisory, the nearest in-stock dealer with today's price, a proactive outbreak alert, a crop-loss insurance evidence packet, a group-buy discount alert, and an anonymized district dashboard for extension officers.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Target users: smallholder tomato farmers in the Kolar tomato belt, Karnataka — typically 0.5–4 acre plots, variable literacy, intermittent connectivity, no dedicated access to an agronomist. Primary language: Kannada.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different is it: Plantix diagnoses, AgroStar connects to dealers, PlantVillage pairs AI with weather — none combine diagnosis, voice, and market linkage in one flow, and none reason across farmers or across time on the same plot.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How it solves the problem: the outbreak alert reaches a farmer before their own crop shows damage; the insurance claim assistant turns a diagnosis into a fileable claim; the group-buy alert turns an early warning into a coordinated bulk discount; the district dashboard turns farmer-level data into a resourcing signal for an extension officer or NGO.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USP: moves the system from advice to economic action and policy support — no existing tool in this space does all four.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Cited disease diagnosis from a photo + spoken description — not a black-box guess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Spoken advisory in Kannada, weather-aware (holds off spraying before forecast rain)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Nearest in-stock dealer lookup with today's price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Proactive outbreak early-warning — alerts nearby farmers before their own crop shows symptoms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Plot-level memory — flags recurring disease as a root-cause issue (e.g. drainage), not just a repeat treatment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Sell-side market linkage — best nearby mandi price when a healthy crop is near harvest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Crop-loss insurance claim assistant — auto-generates a fileable evidence packet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Group-buy / collective bargaining alert — coordinates nearby farmers for a bulk discount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— anonymized, village-level view for an extension officer or NGO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Gemini-driven orchestration — the model itself decides which of these tools to call, via real function-calling, not a hardcoded decision tree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201168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FARMER INPUT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Symptom text or speech (Kannada/English) + optional photo, in-browser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654295" y="1298448"/>
            <a:ext cx="4288536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CONTEXT CHECKS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Weather (Open-Meteo), outbreak radius, plot-memory history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434840" y="1719072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01168" y="1865376"/>
            <a:ext cx="8741663" cy="420624"/>
          </a:xfrm>
          <a:prstGeom prst="roundRect">
            <a:avLst/>
          </a:prstGeom>
          <a:solidFill>
            <a:srgbClr val="E1F5FE"/>
          </a:solidFill>
          <a:ln w="1270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 (TF-IDF over 18 bilingual disease docs) → structured diagnosis JSON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34840" y="2286000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2432304"/>
            <a:ext cx="8741663" cy="42062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GEMINI CALL 2 — ORCHESTRATION (real function-calling)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Decides WHICH tools to invoke from diagnosis + outbreak + near-harvest — not a hardcoded if/else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434840" y="2852928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01168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DEALER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Nearest in-stock dealer + price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414016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SELL-PRICE LOOKUP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Best nearby mandi price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626864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INSURANCE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Fileable claim packet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839712" y="2999232"/>
            <a:ext cx="2103120" cy="475488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GROUP-BUY CHECK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Bulk-discount alert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34840" y="3474720"/>
            <a:ext cx="274320" cy="1463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01168" y="3621024"/>
            <a:ext cx="8741663" cy="420624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212121"/>
                </a:solidFill>
                <a:latin typeface="Google Sans Flex SemiBold"/>
              </a:rPr>
              <a:t>RESPONSE ASSEMBLY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Kannada advisory spoken via Web Speech API; diagnosis, dealer, outbreak, insurance, group-buy cards rendered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" y="4169664"/>
            <a:ext cx="8741663" cy="420624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Separately — district dashboard: a pre-aggregated, anonymized village-level snapshot loads independently, built at deploy time. Raw farmer data never reaches the browser.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04" name="Picture 103" descr="01_initial_lo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2080" y="1234440"/>
            <a:ext cx="1950720" cy="3657600"/>
          </a:xfrm>
          <a:prstGeom prst="rect">
            <a:avLst/>
          </a:prstGeom>
        </p:spPr>
      </p:pic>
      <p:pic>
        <p:nvPicPr>
          <p:cNvPr id="105" name="Picture 104" descr="02_cr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97296" y="1234440"/>
            <a:ext cx="175564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201168" y="1280160"/>
            <a:ext cx="640080" cy="384048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HOSTING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914400" y="1280160"/>
            <a:ext cx="8028431" cy="384048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FIREBASE HOSTING — FREE SPARK PLAN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Static site only. $0 billing, no credit card anywhere in the stack.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791455" y="1773936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1168" y="1901952"/>
            <a:ext cx="640080" cy="45720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BROWSER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14400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CAMERA / MIC INPUT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Photo + Kannada speech, Web Speech API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362711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UI RENDER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Diagnosis, dealer, outbreak, insurance, group-buy cards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339839" y="1901952"/>
            <a:ext cx="2602991" cy="45720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VOICE OUTPUT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SpeechSynthesis, kn-IN voice feature-detect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791455" y="2450592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B0B0B0"/>
                </a:solidFill>
              </a:rPr>
              <a:t>↓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2578608"/>
            <a:ext cx="640080" cy="512064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GEMINI API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1440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1 — DIAGNOSIS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Multimodal + RAG-grounded structured JSON output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983480" y="2578608"/>
            <a:ext cx="3959352" cy="512064"/>
          </a:xfrm>
          <a:prstGeom prst="roundRect">
            <a:avLst/>
          </a:prstGeom>
          <a:solidFill>
            <a:srgbClr val="B2EBF2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212121"/>
                </a:solidFill>
                <a:latin typeface="Google Sans Flex SemiBold"/>
              </a:rPr>
              <a:t>CALL 2 — ORCHESTRATION</a:t>
            </a:r>
          </a:p>
          <a:p>
            <a:pPr algn="ctr">
              <a:lnSpc>
                <a:spcPct val="100000"/>
              </a:lnSpc>
            </a:pPr>
            <a:r>
              <a:rPr sz="800" b="0">
                <a:solidFill>
                  <a:srgbClr val="595959"/>
                </a:solidFill>
                <a:latin typeface="Google Sans Flex"/>
              </a:rPr>
              <a:t>Real function-calling picks which tools fire; retries, then deterministic fallback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791455" y="3182112"/>
            <a:ext cx="274320" cy="1280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97A7"/>
                </a:solidFill>
              </a:rPr>
              <a:t>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01168" y="3310128"/>
            <a:ext cx="640080" cy="530352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l"/>
            <a:r>
              <a:rPr sz="800" b="1">
                <a:solidFill>
                  <a:srgbClr val="595959"/>
                </a:solidFill>
                <a:latin typeface="Google Sans Flex SemiBold"/>
              </a:rPr>
              <a:t>DATA &amp; APIs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RAG INDEX (JS)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TF-IDF + cosine, 18 bilingual disease docs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94894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STATIC JSON/CSV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Dealers, mandi prices, diagnosis history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98348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DASHBOARD SNAPSHOT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Pre-aggregated at deploy time — raw farmer data never ships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018020" y="3310128"/>
            <a:ext cx="1924812" cy="530352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81C7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212121"/>
                </a:solidFill>
                <a:latin typeface="Google Sans Flex SemiBold"/>
              </a:rPr>
              <a:t>OPEN-METEO</a:t>
            </a:r>
          </a:p>
          <a:p>
            <a:pPr algn="ctr">
              <a:lnSpc>
                <a:spcPct val="100000"/>
              </a:lnSpc>
            </a:pPr>
            <a:r>
              <a:rPr sz="750" b="0">
                <a:solidFill>
                  <a:srgbClr val="595959"/>
                </a:solidFill>
                <a:latin typeface="Google Sans Flex"/>
              </a:rPr>
              <a:t>Keyless, CORS-enabled weather API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01168" y="3986784"/>
            <a:ext cx="8741664" cy="384048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0097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18288" bIns="18288"/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595959"/>
                </a:solidFill>
                <a:latin typeface="Google Sans Flex"/>
              </a:rPr>
              <a:t>No backend server anywhere in this stack — every call above runs directly from the farmer's browser to a public API or a static file.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201168" y="4503420"/>
            <a:ext cx="100584" cy="100584"/>
          </a:xfrm>
          <a:prstGeom prst="round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47472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Hosting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2386584" y="4503420"/>
            <a:ext cx="100584" cy="100584"/>
          </a:xfrm>
          <a:prstGeom prst="round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2532888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Browser-side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4572000" y="4503420"/>
            <a:ext cx="100584" cy="100584"/>
          </a:xfrm>
          <a:prstGeom prst="roundRect">
            <a:avLst/>
          </a:prstGeom>
          <a:solidFill>
            <a:srgbClr val="B2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718304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Gemini API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757416" y="4503420"/>
            <a:ext cx="100584" cy="100584"/>
          </a:xfrm>
          <a:prstGeom prst="round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03720" y="4462272"/>
            <a:ext cx="2020824" cy="1828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750">
                <a:solidFill>
                  <a:srgbClr val="595959"/>
                </a:solidFill>
                <a:latin typeface="Google Sans Flex"/>
              </a:rPr>
              <a:t>Data &amp; external APIs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Gemini API (gemini-3.8-flash) — called directly from the browser for two things: multimodal diagnosis, and a second call using real function-calling to decide which tools to invoke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Firebase Hosting — free Spark plan, zero billing, serves the entire static site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Vanilla JavaScript (ES modules) — no framework, no bundler, no agentic framework (no LangChain/CrewAI/Vertex Agent Builder) — direct fetch() calls to the Gemini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Hand-rolled TF-IDF + cosine similarity (JS) — RAG retrieval over the disease guides, no vector database or external search service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Open-Meteo — free, keyless weather API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Web Speech API (browser-native) — speech recognition for Kannada voice input, SpeechSynthesis for voice output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Static JSON/CSV data files — dealer directory, mandi prices, diagnosis history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Python (data generation, build-time dashboard aggregation), Playwright (verification)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Current deployed cost: $0 — no billing account, no credit card, anywhere in the stack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Firebase Hosting: free Spark plan, no usage cap reached at this scale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Gemini API: free tier via Google AI Studio — 20 requests/day per project for gemini-3.8-flash; each diagnosis now uses 2 calls (diagnosis + orchestration), so roughly 10 full diagnoses/day before the app gracefully falls back to deterministic logic for the rest of the day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Open-Meteo, Web Speech API: free, no quota observed in testing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400">
                <a:solidFill>
                  <a:srgbClr val="212121"/>
                </a:solidFill>
                <a:latin typeface="Google Sans Flex"/>
              </a:rPr>
              <a:t>•  Scaling beyond the free tier: upgrading to a paid Gemini tier is the only cost that would be needed to raise the daily diagnosis cap — no other paid service is required even at higher usage, since there is no backend, database, or search service to scale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03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190" y="1234440"/>
            <a:ext cx="1350498" cy="3657600"/>
          </a:xfrm>
          <a:prstGeom prst="rect">
            <a:avLst/>
          </a:prstGeom>
        </p:spPr>
      </p:pic>
      <p:pic>
        <p:nvPicPr>
          <p:cNvPr id="137" name="Picture 136" descr="04_district_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22239" y="1234440"/>
            <a:ext cx="30886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65176" y="1280160"/>
            <a:ext cx="85953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Measured live in the browser against the deployed static site (5 calls per operation):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RAG retrieval (TF-IDF index build, cold) — ~92ms once per session; warm lookups &lt;1ms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Dealer / sell-price lookup — ~0.1–2.5ms (in-memory JSON lookups)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Outbreak check (geo-radius over 300 diagnosis records) — ~3.6ms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District dashboard snapshot load — ~17ms avg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Weather (live Open-Meteo call) — ~660ms avg (external network call)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Full diagnosis pipeline (2 Gemini calls: diagnosis + orchestration) — several seconds under normal quota; up to ~20s worst case if quota is exhausted and both calls exhaust retries before falling back</a:t>
            </a:r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sz="1300">
                <a:solidFill>
                  <a:srgbClr val="212121"/>
                </a:solidFill>
                <a:latin typeface="Google Sans Flex"/>
              </a:rPr>
              <a:t>•  Verified end-to-end with Playwright against the live deployed URL, with zero local servers running — confirms zero hidden dependency on anything other than the public Gemini and Open-Meteo APIs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65176" y="1280160"/>
            <a:ext cx="8595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Next step — upgrade to managed Google Cloud services once billing is available: Gemini behind a Cloud Run/Cloud Functions proxy (closes the public-key exposure, removes the 20-req/day ceiling), Firestore replacing the static dealer/price/history JSON for a genuinely live dashboard, Vertex AI Search replacing the hand-rolled TF-IDF retrieval, and Cloud Translation/Text-to-Speech replacing the template-based Kannada advisory. Each substitute sits behind one isolated call site, so every swap is incremental, not a rewrite.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Offline-first fallback (planned): a distilled on-device TensorFlow Lite classifier for the 8–10 most common regional diseases, so core diagnosis keeps working when connectivity drops entirely. Training script already written, pending a real multi-hour training run on the full PlantVillage dataset.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Expansion path: adding a new crop or region means indexing a new disease guide into the retrieval layer, not rewriting the diagnosis logic — crop-agnostic by design even though this build is scoped to tomato in Karnataka for the demo.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200">
                <a:solidFill>
                  <a:srgbClr val="212121"/>
                </a:solidFill>
                <a:latin typeface="Google Sans Flex"/>
              </a:rPr>
              <a:t>•  Resource &amp; environmental impact: targeted treatment instead of blanket spraying, weather-timed spraying to cut chemical runoff, and earlier detection to reduce crop loss — moving this beyond social impact into genuine sustainability.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>
                <a:solidFill>
                  <a:srgbClr val="212121"/>
                </a:solidFill>
                <a:latin typeface="Google Sans Flex SemiBold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212121"/>
                </a:solidFill>
                <a:latin typeface="Google Sans Flex"/>
              </a:rPr>
              <a:t>GitHub Public Repository: https://github.com/Kavitacs08/kisan-mitra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212121"/>
                </a:solidFill>
                <a:latin typeface="Google Sans Flex"/>
              </a:rPr>
              <a:t>Demo Video Link (3 Minutes): https://github.com/Kavitacs08/kisan-mitra/raw/main/docs/video/Kisan_Mitra_Demo.mp4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212121"/>
                </a:solidFill>
                <a:latin typeface="Google Sans Flex"/>
              </a:rPr>
              <a:t>Final Product Link: https://kisan-mitra-2026-56c5d.web.app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