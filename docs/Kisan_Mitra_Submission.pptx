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oogle Sans Flex" panose="020B0604020202020204" charset="0"/>
      <p:regular r:id="rId19"/>
      <p:bold r:id="rId20"/>
    </p:embeddedFont>
    <p:embeddedFont>
      <p:font typeface="Google Sans Flex Medium" panose="020B0604020202020204" charset="0"/>
      <p:regular r:id="rId21"/>
      <p:bold r:id="rId22"/>
    </p:embeddedFont>
    <p:embeddedFont>
      <p:font typeface="Google Sans Flex SemiBol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212121"/>
                </a:solidFill>
                <a:latin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121"/>
                </a:solidFill>
                <a:latin typeface="Google Sans Flex"/>
              </a:rPr>
              <a:t>Team name: Kisan Mitra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121"/>
                </a:solidFill>
                <a:latin typeface="Google Sans Flex"/>
              </a:rPr>
              <a:t>Team leader name: Kavita Chegaraddi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121"/>
                </a:solidFill>
                <a:latin typeface="Google Sans Flex"/>
              </a:rPr>
              <a:t>Problem Statement: Sustainability &amp; Social Impact — Smallholder Crop Advisory Agent for tomato farmers in the Kolar belt, Karnataka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65176" y="1280160"/>
            <a:ext cx="8595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A smallholder tomato farmer in the Kolar belt, Karnataka spots a diseased leaf with no agronomist to call and unreliable connectivity to search with.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Existing diagnosis apps (Plantix, PlantVillage) identify the disease but stop there — they don't say where to buy the treatment nearby, what it costs, or whether a nearby outbreak means the farmer should check sooner.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Kisan Mitra turns a photo and a spoken description into a cited diagnosis, a spoken Kannada advisory, the nearest in-stock dealer with today's price, a proactive outbreak alert, a crop-loss insurance evidence packet, a group-buy discount alert, and an anonymized district dashboard for extension officers.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Target users: smallholder tomato farmers in the Kolar tomato belt, Karnataka — typically 0.5–4 acre plots, variable literacy, intermittent connectivity, no dedicated access to an agronomist. Primary language: Kannada.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65176" y="1280160"/>
            <a:ext cx="8595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How different is it: Plantix diagnoses, AgroStar connects to dealers, PlantVillage pairs AI with weather — none combine diagnosis, voice, and market linkage in one flow, and none reason across farmers or across time on the same plot.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How it solves the problem: the outbreak alert reaches a farmer before their own crop shows damage; the insurance claim assistant turns a diagnosis into a fileable claim; the group-buy alert turns an early warning into a coordinated bulk discount; the district dashboard turns farmer-level data into a resourcing signal for an extension officer or NGO.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USP: moves the system from advice to economic action and policy support — no existing tool in this space does all four.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65176" y="1280160"/>
            <a:ext cx="8595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Cited disease diagnosis from a photo + spoken description — not a black-box guess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Spoken advisory in Kannada, weather-aware (holds off spraying before forecast rain)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Nearest in-stock dealer lookup with today's price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Proactive outbreak early-warning — alerts nearby farmers before their own crop shows symptoms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Plot-level memory — flags recurring disease as a root-cause issue (e.g. drainage), not just a repeat treatment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Sell-side market linkage — best nearby mandi price when a healthy crop is near harvest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Crop-loss insurance claim assistant — auto-generates a fileable evidence packet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Group-buy / collective bargaining alert — coordinates nearby farmers for a bulk discount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District dashboard — anonymized, village-level view for an extension officer or NGO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Gemini-driven orchestration — the model itself decides which of these tools to call, via real function-calling, not a hardcoded decision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65176" y="1371600"/>
            <a:ext cx="8595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Google Sans Flex"/>
              </a:rPr>
              <a:t>•  Farmer speaks/types symptom + optionally uploads a photo, entirely in the browser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Google Sans Flex"/>
              </a:rPr>
              <a:t>•  → Gemini multimodal diagnosis call, grounded by RAG retrieval (TF-IDF, hand-rolled in JS) over bilingual English + Kannada disease guides shipped with the site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Google Sans Flex"/>
              </a:rPr>
              <a:t>•  → Weather tool call (Open-Meteo) checked before recommending a spray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Google Sans Flex"/>
              </a:rPr>
              <a:t>•  → A second Gemini call, using real function-calling, decides WHICH of 4 tools to invoke (dealer lookup, sell-price lookup, insurance-claim check, group-buy check) based on the diagnosis, outbreak signal, and near-harvest flag — not a hardcoded if/else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Google Sans Flex"/>
              </a:rPr>
              <a:t>•  → Chosen tools run against the known dealer/pricing data; results assembled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Google Sans Flex"/>
              </a:rPr>
              <a:t>•  → Advisory translated to Kannada, spoken via the browser's own Web Speech API if a kn-IN voice is available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Google Sans Flex"/>
              </a:rPr>
              <a:t>•  → Response rendered: diagnosis, dealer card, outbreak banner, insurance packet, group-buy card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Google Sans Flex"/>
              </a:rPr>
              <a:t>•  → Separately: district dashboard loads a pre-aggregated, anonymized village-level snapshot built at deploy time, never raw farmer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Wireframes / Mock diagrams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01_initial_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2080" y="1234440"/>
            <a:ext cx="1950720" cy="3657600"/>
          </a:xfrm>
          <a:prstGeom prst="rect">
            <a:avLst/>
          </a:prstGeom>
        </p:spPr>
      </p:pic>
      <p:pic>
        <p:nvPicPr>
          <p:cNvPr id="105" name="Picture 104" descr="02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1234440"/>
            <a:ext cx="175564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65176" y="1280160"/>
            <a:ext cx="8595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100% client-side static site — no backend server, no billing account, no credit card anywhere in the deployed stack — Firebase Hosting (free Spark plan) serves the app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Diagnosis: a real Gemini multimodal API call direct from the browser, grounded by a hand-rolled TF-IDF + cosine-similarity RAG index over 18 disease documents (9 English + 9 Kannada), so a Kannada symptom description retrieves relevant passages natively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Orchestration: a second Gemini call uses real function-calling (tools/functionDeclarations) to decide which of 4 downstream tools to invoke — the model drives the decision, not a hardcoded branch — falling back to equivalent deterministic rules only if the live call fails after retries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Weather: a direct, keyless call to the free Open-Meteo API (confirmed CORS-enabled)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Dealer directory, mandi prices, and diagnosis history ship as static JSON/CSV with the site; the district dashboard loads a pre-aggregated snapshot built at deploy time from the private farmer dataset, so raw farmer/plot linkage never ships publicly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Voice advisory: the browser's own Web Speech API (SpeechSynthesis), feature-detecting a kn-IN voice at runtime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65176" y="1280160"/>
            <a:ext cx="8595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Gemini API (gemini-3.8-flash) — called directly from the browser for two things: multimodal diagnosis, and a second call using real function-calling to decide which tools to invoke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Firebase Hosting — free Spark plan, zero billing, serves the entire static site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Vanilla JavaScript (ES modules) — no framework, no bundler, no agentic framework (no LangChain/CrewAI/Vertex Agent Builder) — direct fetch() calls to the Gemini API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Hand-rolled TF-IDF + cosine similarity (JS) — RAG retrieval over the disease guides, no vector database or external search service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Open-Meteo — free, keyless weather API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Web Speech API (browser-native) — speech recognition for Kannada voice input, SpeechSynthesis for voice output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Static JSON/CSV data files — dealer directory, mandi prices, diagnosis history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Python (data generation, build-time dashboard aggregation), Playwright (verification)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65176" y="1280160"/>
            <a:ext cx="8595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Current deployed cost: $0 — no billing account, no credit card, anywhere in the stack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Firebase Hosting: free Spark plan, no usage cap reached at this scale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Gemini API: free tier via Google AI Studio — 20 requests/day per project for gemini-3.8-flash; each diagnosis now uses 2 calls (diagnosis + orchestration), so roughly 10 full diagnoses/day before the app gracefully falls back to deterministic logic for the rest of the day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Open-Meteo, Web Speech API: free, no quota observed in testing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12121"/>
                </a:solidFill>
                <a:latin typeface="Google Sans Flex"/>
              </a:rPr>
              <a:t>•  Scaling beyond the free tier: upgrading to a paid Gemini tier is the only cost that would be needed to raise the daily diagnosis cap — no other paid service is required even at higher usage, since there is no backend, database, or search service to scale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03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2190" y="1234440"/>
            <a:ext cx="1350498" cy="3657600"/>
          </a:xfrm>
          <a:prstGeom prst="rect">
            <a:avLst/>
          </a:prstGeom>
        </p:spPr>
      </p:pic>
      <p:pic>
        <p:nvPicPr>
          <p:cNvPr id="137" name="Picture 136" descr="04_district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239" y="1234440"/>
            <a:ext cx="30886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65176" y="1280160"/>
            <a:ext cx="8595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Measured live in the browser against the deployed static site (5 calls per operation):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RAG retrieval (TF-IDF index build, cold) — ~92ms once per session; warm lookups &lt;1ms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Dealer / sell-price lookup — ~0.1–2.5ms (in-memory JSON lookups)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Outbreak check (geo-radius over 300 diagnosis records) — ~3.6ms avg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District dashboard snapshot load — ~17ms avg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Weather (live Open-Meteo call) — ~660ms avg (external network call)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Full diagnosis pipeline (2 Gemini calls: diagnosis + orchestration) — several seconds under normal quota; up to ~20s worst case if quota is exhausted and both calls exhaust retries before falling back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Google Sans Flex"/>
              </a:rPr>
              <a:t>•  Verified end-to-end with Playwright against the live deployed URL, with zero local servers running — confirms zero hidden dependency on anything other than the public Gemini and Open-Meteo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Medium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65176" y="1280160"/>
            <a:ext cx="8595360" cy="3948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 sz="1300">
                <a:solidFill>
                  <a:srgbClr val="212121"/>
                </a:solidFill>
                <a:latin typeface="Google Sans Flex"/>
              </a:rPr>
              <a:t>•  Next step — upgrade to managed Google Cloud services once billing is available: Gemini moved behind a Cloud Run/Cloud Functions proxy (closes the current public-key exposure and removes the 20-req/day free-tier ceiling), Firestore replacing the static dealer/price/history JSON so the district dashboard becomes genuinely live instead of a deploy-time snapshot, Vertex AI Search replacing the hand-rolled TF-IDF retrieval, and Cloud Translation/Text-to-Speech replacing the template-based Kannada advisory. Every substitute today sits behind one isolated call site per module, so each swap is incremental, not a rewrite.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 sz="1300">
                <a:solidFill>
                  <a:srgbClr val="212121"/>
                </a:solidFill>
                <a:latin typeface="Google Sans Flex"/>
              </a:rPr>
              <a:t>•  Offline-first fallback (planned): a distilled on-device TensorFlow Lite classifier for the 8–10 most common regional diseases, so core diagnosis keeps working when connectivity drops entirely. Training script already written, pending a real multi-hour training run on the full PlantVillage dataset.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 sz="1300">
                <a:solidFill>
                  <a:srgbClr val="212121"/>
                </a:solidFill>
                <a:latin typeface="Google Sans Flex"/>
              </a:rPr>
              <a:t>•  Expansion path: adding a new crop or region means indexing a new disease guide into the retrieval layer, not rewriting the diagnosis logic — the architecture is crop-agnostic by design even though this build is scoped to tomato in Karnataka for the demo.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 sz="1300">
                <a:solidFill>
                  <a:srgbClr val="212121"/>
                </a:solidFill>
                <a:latin typeface="Google Sans Flex"/>
              </a:rPr>
              <a:t>•  Resource &amp; environmental impact: targeted treatment instead of blanket spraying, weather-timed application to reduce chemical runoff, and earlier detection to reduce crop loss — moving this beyond social impact into genuine sustainability.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12121"/>
                </a:solidFill>
                <a:latin typeface="Google Sans Flex SemiBold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121"/>
                </a:solidFill>
                <a:latin typeface="Google Sans Flex"/>
              </a:rPr>
              <a:t>GitHub Public Repository: https://github.com/Kavitacs08/kisan-mitra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121"/>
                </a:solidFill>
                <a:latin typeface="Google Sans Flex"/>
              </a:rPr>
              <a:t>Demo Video Link (3 Minutes): [add link before submission]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12121"/>
                </a:solidFill>
                <a:latin typeface="Google Sans Flex"/>
              </a:rPr>
              <a:t>Final Product Link: https://kisan-mitra-2026-56c5d.web.app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1724</Words>
  <Application>Microsoft Office PowerPoint</Application>
  <PresentationFormat>On-screen Show (16:9)</PresentationFormat>
  <Paragraphs>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Google Sans Flex Medium</vt:lpstr>
      <vt:lpstr>Arial</vt:lpstr>
      <vt:lpstr>Google Sans Flex</vt:lpstr>
      <vt:lpstr>Google Sans Flex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Kavita Chegaraddi</cp:lastModifiedBy>
  <cp:revision>1</cp:revision>
  <dcterms:modified xsi:type="dcterms:W3CDTF">2026-10-18T13:18:27Z</dcterms:modified>
</cp:coreProperties>
</file>